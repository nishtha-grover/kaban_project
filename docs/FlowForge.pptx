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PROJECT — DEPENDENCY-AWARE TASK MANAGEMENT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8745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Forging a structured flow of work.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411480" cy="0"/>
          </a:xfrm>
          <a:prstGeom prst="line">
            <a:avLst/>
          </a:prstGeom>
          <a:noFill/>
          <a:ln w="25400">
            <a:solidFill>
              <a:srgbClr val="6C5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960120"/>
            <a:ext cx="5486400" cy="4937760"/>
          </a:xfrm>
          <a:prstGeom prst="roundRect">
            <a:avLst>
              <a:gd name="adj" fmla="val 4074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  <a:effectLst>
            <a:outerShdw sx="100000" sy="100000" kx="0" ky="0" algn="bl" rotWithShape="0" blurRad="228600" dist="76200" dir="5400000">
              <a:srgbClr val="15132B">
                <a:alpha val="18000"/>
              </a:srgbClr>
            </a:outerShdw>
          </a:effectLst>
        </p:spPr>
      </p:sp>
      <p:pic>
        <p:nvPicPr>
          <p:cNvPr id="7" name="Image 0" descr="/mnt/user-data/uploads/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014538"/>
            <a:ext cx="5029200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manager built for how students actually work.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53796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37360"/>
            <a:ext cx="55321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only track whether a task is pending or done. FlowForge understands the work behind the work — which tasks are blocking which, and in what order things need to happen.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0" y="1737360"/>
            <a:ext cx="4343400" cy="2148840"/>
          </a:xfrm>
          <a:prstGeom prst="roundRect">
            <a:avLst>
              <a:gd name="adj" fmla="val 5957"/>
            </a:avLst>
          </a:prstGeom>
          <a:solidFill>
            <a:srgbClr val="EEECFC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26680" y="190195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5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726680" y="245059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i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represents creating — or forging — a structured flow of work.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26680" y="34747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NAME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0" y="4206240"/>
            <a:ext cx="434340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35240" y="4480560"/>
            <a:ext cx="3703320" cy="1280160"/>
          </a:xfrm>
          <a:prstGeom prst="roundRect">
            <a:avLst>
              <a:gd name="adj" fmla="val 5714"/>
            </a:avLst>
          </a:prstGeom>
          <a:solidFill>
            <a:srgbClr val="101220"/>
          </a:solidFill>
          <a:ln w="12700">
            <a:solidFill>
              <a:srgbClr val="E4E1F5"/>
            </a:solidFill>
            <a:prstDash val="solid"/>
          </a:ln>
        </p:spPr>
      </p:sp>
      <p:pic>
        <p:nvPicPr>
          <p:cNvPr id="12" name="Image 0" descr="/mnt/user-data/uploads/deps-legend-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5017659"/>
            <a:ext cx="3429000" cy="20596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635240" y="59710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from the app — not a mockup.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checklist isn’t enough. Real work has an order.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488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task manager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50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50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470855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148840"/>
            <a:ext cx="4556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29400" y="2788920"/>
            <a:ext cx="45564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prerequisites, and blocks dependent tasks until the required work is complete.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532120"/>
            <a:ext cx="11094415" cy="868680"/>
          </a:xfrm>
          <a:prstGeom prst="roundRect">
            <a:avLst>
              <a:gd name="adj" fmla="val 14737"/>
            </a:avLst>
          </a:prstGeom>
          <a:solidFill>
            <a:srgbClr val="EEECFC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5321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real work isn’t a checklist — it’s a chain.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the fundamentals. Nothing more.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61772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697480"/>
            <a:ext cx="2834640" cy="502920"/>
          </a:xfrm>
          <a:prstGeom prst="roundRect">
            <a:avLst>
              <a:gd name="adj" fmla="val 50909"/>
            </a:avLst>
          </a:prstGeom>
          <a:solidFill>
            <a:srgbClr val="EEECF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697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3355848"/>
            <a:ext cx="2834640" cy="502920"/>
          </a:xfrm>
          <a:prstGeom prst="roundRect">
            <a:avLst>
              <a:gd name="adj" fmla="val 50909"/>
            </a:avLst>
          </a:prstGeom>
          <a:solidFill>
            <a:srgbClr val="EEECFC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3558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4014216"/>
            <a:ext cx="2834640" cy="502920"/>
          </a:xfrm>
          <a:prstGeom prst="roundRect">
            <a:avLst>
              <a:gd name="adj" fmla="val 50909"/>
            </a:avLst>
          </a:prstGeom>
          <a:solidFill>
            <a:srgbClr val="EEECFC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0142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48097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frameworks. No build step.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89120" y="1737360"/>
            <a:ext cx="7253935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103120"/>
            <a:ext cx="6339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pages, four jobs.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46320" y="2953512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EEECFC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2084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78040" y="2953512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3630168"/>
            <a:ext cx="6339535" cy="0"/>
          </a:xfrm>
          <a:prstGeom prst="line">
            <a:avLst/>
          </a:prstGeom>
          <a:noFill/>
          <a:ln w="12700">
            <a:solidFill>
              <a:srgbClr val="E4E1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79476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EEECF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794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login.html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379476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existing user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4471416"/>
            <a:ext cx="6339535" cy="0"/>
          </a:xfrm>
          <a:prstGeom prst="line">
            <a:avLst/>
          </a:prstGeom>
          <a:noFill/>
          <a:ln w="12700">
            <a:solidFill>
              <a:srgbClr val="E4E1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4636008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EEECFC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46360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signup.html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20840" y="4636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78040" y="4636008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user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5312664"/>
            <a:ext cx="6339535" cy="0"/>
          </a:xfrm>
          <a:prstGeom prst="line">
            <a:avLst/>
          </a:prstGeom>
          <a:noFill/>
          <a:ln w="12700">
            <a:solidFill>
              <a:srgbClr val="E4E1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5477256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EEECFC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5477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board.html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20840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78040" y="5477256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application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visit to first task, in three steps.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49728" y="200710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58488" y="2263140"/>
            <a:ext cx="548640" cy="0"/>
          </a:xfrm>
          <a:prstGeom prst="line">
            <a:avLst/>
          </a:prstGeom>
          <a:noFill/>
          <a:ln w="15875">
            <a:solidFill>
              <a:srgbClr val="15132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044288" y="2007108"/>
            <a:ext cx="2103120" cy="512064"/>
          </a:xfrm>
          <a:prstGeom prst="roundRect">
            <a:avLst>
              <a:gd name="adj" fmla="val 50000"/>
            </a:avLst>
          </a:prstGeom>
          <a:solidFill>
            <a:srgbClr val="EEECFC"/>
          </a:solidFill>
          <a:ln/>
        </p:spPr>
      </p:sp>
      <p:sp>
        <p:nvSpPr>
          <p:cNvPr id="8" name="Text 6"/>
          <p:cNvSpPr/>
          <p:nvPr/>
        </p:nvSpPr>
        <p:spPr>
          <a:xfrm>
            <a:off x="5044288" y="200710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Signup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284568" y="2263140"/>
            <a:ext cx="548640" cy="0"/>
          </a:xfrm>
          <a:prstGeom prst="line">
            <a:avLst/>
          </a:prstGeom>
          <a:noFill/>
          <a:ln w="15875">
            <a:solidFill>
              <a:srgbClr val="15132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970368" y="200710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EEECFC"/>
          </a:solidFill>
          <a:ln/>
        </p:spPr>
      </p:sp>
      <p:sp>
        <p:nvSpPr>
          <p:cNvPr id="11" name="Text 9"/>
          <p:cNvSpPr/>
          <p:nvPr/>
        </p:nvSpPr>
        <p:spPr>
          <a:xfrm>
            <a:off x="7970368" y="200710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530352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  <a:effectLst>
            <a:outerShdw sx="100000" sy="100000" kx="0" ky="0" algn="bl" rotWithShape="0" blurRad="228600" dist="76200" dir="5400000">
              <a:srgbClr val="15132B">
                <a:alpha val="18000"/>
              </a:srgbClr>
            </a:outerShdw>
          </a:effectLst>
        </p:spPr>
      </p:sp>
      <p:pic>
        <p:nvPicPr>
          <p:cNvPr id="14" name="Image 0" descr="/mnt/user-data/upload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551873"/>
            <a:ext cx="4846320" cy="272605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336792" y="3108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336792" y="3474720"/>
            <a:ext cx="530352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  <a:effectLst>
            <a:outerShdw sx="100000" sy="100000" kx="0" ky="0" algn="bl" rotWithShape="0" blurRad="228600" dist="76200" dir="5400000">
              <a:srgbClr val="15132B">
                <a:alpha val="18000"/>
              </a:srgbClr>
            </a:outerShdw>
          </a:effectLst>
        </p:spPr>
      </p:sp>
      <p:pic>
        <p:nvPicPr>
          <p:cNvPr id="17" name="Image 1" descr="/mnt/user-data/uploads/sign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551873"/>
            <a:ext cx="4846320" cy="27260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moves through exactly three states.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431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22225">
            <a:solidFill>
              <a:srgbClr val="151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8882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271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or waiting to start.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356616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5433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EECFC"/>
          </a:solidFill>
          <a:ln w="22225">
            <a:solidFill>
              <a:srgbClr val="6C5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4884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9273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being worked 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356616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1435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5132B"/>
          </a:solidFill>
          <a:ln w="22225">
            <a:solidFill>
              <a:srgbClr val="1513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1252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50886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55275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successfully.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89120" y="1737360"/>
            <a:ext cx="7253935" cy="461772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  <a:effectLst>
            <a:outerShdw sx="100000" sy="100000" kx="0" ky="0" algn="bl" rotWithShape="0" blurRad="228600" dist="76200" dir="5400000">
              <a:srgbClr val="15132B">
                <a:alpha val="18000"/>
              </a:srgbClr>
            </a:outerShdw>
          </a:effectLst>
        </p:spPr>
      </p:sp>
      <p:pic>
        <p:nvPicPr>
          <p:cNvPr id="18" name="Image 0" descr="/mnt/user-data/uploads/kanban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2134638"/>
            <a:ext cx="6796735" cy="3823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BOARD.HTML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board.html is the hub — four views, one workspace.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10048" cy="2171700"/>
          </a:xfrm>
          <a:prstGeom prst="roundRect">
            <a:avLst>
              <a:gd name="adj" fmla="val 5895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93392"/>
            <a:ext cx="467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40864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project metrics and focus insights.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2788920"/>
            <a:ext cx="4769968" cy="845820"/>
          </a:xfrm>
          <a:prstGeom prst="roundRect">
            <a:avLst>
              <a:gd name="adj" fmla="val 8649"/>
            </a:avLst>
          </a:prstGeom>
          <a:solidFill>
            <a:srgbClr val="101220"/>
          </a:solidFill>
          <a:ln w="12700">
            <a:solidFill>
              <a:srgbClr val="E4E1F5"/>
            </a:solidFill>
            <a:prstDash val="solid"/>
          </a:ln>
        </p:spPr>
      </p:sp>
      <p:pic>
        <p:nvPicPr>
          <p:cNvPr id="8" name="Image 0" descr="/mnt/user-data/uploads/dashboard-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9019" y="2926080"/>
            <a:ext cx="1889289" cy="5715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33008" y="1737360"/>
            <a:ext cx="5410048" cy="2171700"/>
          </a:xfrm>
          <a:prstGeom prst="roundRect">
            <a:avLst>
              <a:gd name="adj" fmla="val 5895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98768" y="1993392"/>
            <a:ext cx="467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98768" y="2340864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drag-and-drop task view.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53048" y="2788920"/>
            <a:ext cx="4769968" cy="845820"/>
          </a:xfrm>
          <a:prstGeom prst="roundRect">
            <a:avLst>
              <a:gd name="adj" fmla="val 8649"/>
            </a:avLst>
          </a:prstGeom>
          <a:solidFill>
            <a:srgbClr val="101220"/>
          </a:solidFill>
          <a:ln w="12700">
            <a:solidFill>
              <a:srgbClr val="E4E1F5"/>
            </a:solidFill>
            <a:prstDash val="solid"/>
          </a:ln>
        </p:spPr>
      </p:sp>
      <p:pic>
        <p:nvPicPr>
          <p:cNvPr id="13" name="Image 1" descr="/mnt/user-data/uploads/board-hea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049" y="2926080"/>
            <a:ext cx="2207964" cy="5715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4183380"/>
            <a:ext cx="5410048" cy="2171700"/>
          </a:xfrm>
          <a:prstGeom prst="roundRect">
            <a:avLst>
              <a:gd name="adj" fmla="val 5895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14400" y="4439412"/>
            <a:ext cx="467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914400" y="4786884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out task prerequisites and blocks.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68680" y="5234940"/>
            <a:ext cx="4769968" cy="845820"/>
          </a:xfrm>
          <a:prstGeom prst="roundRect">
            <a:avLst>
              <a:gd name="adj" fmla="val 8649"/>
            </a:avLst>
          </a:prstGeom>
          <a:solidFill>
            <a:srgbClr val="101220"/>
          </a:solidFill>
          <a:ln w="12700">
            <a:solidFill>
              <a:srgbClr val="E4E1F5"/>
            </a:solidFill>
            <a:prstDash val="solid"/>
          </a:ln>
        </p:spPr>
      </p:sp>
      <p:pic>
        <p:nvPicPr>
          <p:cNvPr id="18" name="Image 2" descr="/mnt/user-data/uploads/deps-header-leg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114" y="5372100"/>
            <a:ext cx="4229100" cy="5715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33008" y="4183380"/>
            <a:ext cx="5410048" cy="2171700"/>
          </a:xfrm>
          <a:prstGeom prst="roundRect">
            <a:avLst>
              <a:gd name="adj" fmla="val 5895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98768" y="4439412"/>
            <a:ext cx="467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598768" y="4786884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chronological log of recent updates.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553048" y="5234940"/>
            <a:ext cx="4769968" cy="845820"/>
          </a:xfrm>
          <a:prstGeom prst="roundRect">
            <a:avLst>
              <a:gd name="adj" fmla="val 8649"/>
            </a:avLst>
          </a:prstGeom>
          <a:solidFill>
            <a:srgbClr val="101220"/>
          </a:solidFill>
          <a:ln w="12700">
            <a:solidFill>
              <a:srgbClr val="E4E1F5"/>
            </a:solidFill>
            <a:prstDash val="solid"/>
          </a:ln>
        </p:spPr>
      </p:sp>
      <p:pic>
        <p:nvPicPr>
          <p:cNvPr id="23" name="Image 3" descr="/mnt/user-data/uploads/activity-hea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208" y="5459238"/>
            <a:ext cx="4495648" cy="397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12384" y="214884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581238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28803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6B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38248" y="33375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work.</a:t>
            </a:r>
            <a:endParaRPr lang="en-US" sz="3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5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the order.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2026-08-23T15:26:10Z</dcterms:created>
  <dcterms:modified xsi:type="dcterms:W3CDTF">2026-08-23T15:26:10Z</dcterms:modified>
</cp:coreProperties>
</file>